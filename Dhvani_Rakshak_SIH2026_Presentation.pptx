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548640"/>
            <a:ext cx="2743200" cy="36576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🛡️ SMART INDIA HACKATHON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0" y="548640"/>
            <a:ext cx="2926080" cy="36576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📦 THEME: BLOCKCHAIN &amp;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06B6D4"/>
                </a:solidFill>
              </a:defRPr>
            </a:pPr>
            <a:r>
              <a:t>Dhvani Rakshak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AI-Powered Real-Time Detection &amp; Prevention of Voice Cloning Impersonation Attacks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246888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PROBLEM STATEMENT ID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SIH26104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5120640"/>
            <a:ext cx="246888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PS CATEGORY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Software / Real-Time Defense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5120640"/>
            <a:ext cx="246888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TEAM NAME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Dhvani Rakshak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5120640"/>
            <a:ext cx="2468880" cy="10058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CA3AF"/>
                </a:solidFill>
              </a:defRPr>
            </a:pPr>
            <a:r>
              <a:t>TEAM ID &amp; YEAR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CSE-SIH-52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We Build &amp; Why It's Special 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0" y="457200"/>
            <a:ext cx="2011680" cy="32004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SUB-200MS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Core Solution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Scans live voice biometrics, neutralizing AI voice clones (ElevenLabs, VALL-E) in under 200ms.</a:t>
            </a:r>
            <a:br/>
          </a:p>
          <a:p>
            <a:pPr>
              <a:defRPr sz="1200">
                <a:solidFill>
                  <a:srgbClr val="9CA3AF"/>
                </a:solidFill>
              </a:defRPr>
            </a:pPr>
            <a:r>
              <a:t>🟢 500ms sliding window scan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🟢 40 MFCCs + pitch jitter check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🟢 Human-in-the-loop alerts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🟢 Zero raw audio saved (DPDP)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80160"/>
            <a:ext cx="22860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🔍 XAI Reason Cards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Flat pitch &amp; vocoder artifact badges explain why a voice is fake.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280160"/>
            <a:ext cx="22860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🚨 VIP Shield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Instant police &amp; cyber-cell alerts for targeted IAS/IPS officials.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280160"/>
            <a:ext cx="22860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🔗 Voice Pass (Future)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SHA-256 Merkle proofs on Polygon ledger for court validity.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749039"/>
            <a:ext cx="22860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🧠 Behavioral Check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Detects off-hours call timing, caller stress, and geo anomalies.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749039"/>
            <a:ext cx="22860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🎙️ 10-Sec Enrollment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Saves 192-dim voiceprints safely without saving audio.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3749039"/>
            <a:ext cx="2286000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🧪 Attack Simulator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Banking testing sandbox to simulate fake AI call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It Works - 4-Step Process 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0" y="457200"/>
            <a:ext cx="2194560" cy="32004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END-TO-END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28655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  ⚡ TECH STACK:  Frontend: React.js · Web Audio API  |  Backend: Python FastAPI · PyTorch · AASIST  |  Telecom: G.711 · TRAI DLT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01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Ingestion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Captures live audio streams over low-latency WebSockets with zero packet overhead.</a:t>
            </a:r>
            <a:br/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Input: Live Call Stream</a:t>
            </a:r>
            <a:br/>
            <a:r>
              <a:t>Protocol: WebSocket</a:t>
            </a:r>
            <a:br/>
            <a:r>
              <a:t>Output: 16kHz Mono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02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Feature Extraction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Extracts acoustic signatures capturing synthetic vocoder artifacts.</a:t>
            </a:r>
            <a:br/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Buffer: 500ms Window</a:t>
            </a:r>
            <a:br/>
            <a:r>
              <a:t>Metrics: 40 MFCCs</a:t>
            </a:r>
            <a:br/>
            <a:r>
              <a:t>Anomaly: Pitch Jitter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03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AI Classifier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Deep neural networks compute real-time AI vs Human probability.</a:t>
            </a:r>
            <a:br/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Model: AASIST / ECAPA</a:t>
            </a:r>
            <a:br/>
            <a:r>
              <a:t>Metric: 0-100% Risk</a:t>
            </a:r>
            <a:br/>
            <a:r>
              <a:t>Output: Voice Label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STEP 04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Human Defense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Warns user with risk score and logs unforgeable audit proof.</a:t>
            </a:r>
            <a:br/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Fake: RED Alert</a:t>
            </a:r>
            <a:br/>
            <a:r>
              <a:t>Real: GREEN Allow</a:t>
            </a:r>
            <a:br/>
            <a:r>
              <a:t>Log: SHA-256 Hash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Is It Feasible? How We Handle Risks 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0" y="457200"/>
            <a:ext cx="2011680" cy="32004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RESILIENCE &amp; QA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⚡ Sub-200ms Latency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Asynchronous backend processes frames faster than human speech perception.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4747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🔒 Zero Storage Cost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RAM-only execution analyzes and discards audio immediately.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3474720" cy="1463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🧩 Modular Framework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Clean React interface easily embeds into web apps &amp; call centers.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707105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OPERATIONAL RISKS &amp; TECHNICAL MITIGATIONS</a:t>
            </a:r>
            <a:br/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• [NETWORK NOISE] Lossy 2G/4G Telecom Networks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 Solution: 16kHz Resampling: Cleans background noise and isolates synthetic vocoder glitches from packet loss.</a:t>
            </a:r>
            <a:br/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• [LEGAL PROOF] Court Disputes ('Audio Was Altered')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 Solution: SHA-256 Audit Trail: Stamps tamper-proof cryptographic logs on Polygon ledger for court validity.</a:t>
            </a:r>
            <a:br/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• [FALSE ALARMS] False Positives (Sore Throat / Cold)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   Solution: Human-in-the-Loop: Borderline calls show caution warnings instead of abrupt call drops.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Who Benefits &amp; How 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0" y="457200"/>
            <a:ext cx="2194560" cy="32004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MEASURABLE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38328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₹2.45 Cr+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Scam Losses Saved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188720"/>
            <a:ext cx="338328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DPDP &amp; TRAI Compliant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188720"/>
            <a:ext cx="338328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6 Modules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Patentable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338328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👥 SOCIAL IMPACT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Restores Call Trust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Protects senior citizens from panic wire transfers and digital arrest extortion. VIP Shield protects officials.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560320"/>
            <a:ext cx="338328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📈 ECONOMIC IMPACT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Saves Crores in Losses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Prevents fake CEO wire transfers and call-center scams. Attack Simulator improves bank cyber readiness.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560320"/>
            <a:ext cx="3383280" cy="2926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⚖️ LEGAL IMPACT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Section 65B Evidence</a:t>
            </a:r>
          </a:p>
          <a:p>
            <a:br/>
            <a:pPr>
              <a:defRPr sz="1200">
                <a:solidFill>
                  <a:srgbClr val="9CA3AF"/>
                </a:solidFill>
              </a:defRPr>
            </a:pPr>
            <a:r>
              <a:t>Provides SHA-256 audit hashes compliant with Indian Evidence Act &amp; RBI digital banking directives.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728655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🎯 KEY BENEFICIARIES:  🏦 Commercial Banks  │  📞 BPO &amp; Call Centers  │  🏛️ IAS/IPS &amp; Govt VIPs  │  🇮🇳 1.4B Indian Citizens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Research &amp; Compliance 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03520" y="457200"/>
            <a:ext cx="2194560" cy="320040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STANDARDS &amp; TRUST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🎓 Academic AI Research Foundations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ASVspoof 2021 &amp; 2023 Benchmarks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   Trained on top deepfake datasets to counter vocoder artifacts in ElevenLabs and VALL-E models.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PyTorch ECAPA-TDNN Architecture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   Extracts 192-dimensional speaker embeddings for invariant biometric identity verification.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Simple Explainable AI (XAI)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   Displays clear visual reasons explaining why a voice call was flagged as fake.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248095" y="1188720"/>
            <a:ext cx="521208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📜 Statutory Compliance &amp; Telecom Rules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India DPDP Act 2023 Mandate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   Zero raw audio retention. Voice signals are processed strictly in RAM memory and deleted immediately.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TRAI DLT Header Verification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   Integrates DLT headers (DLT Verified — Full KYC vs Spoofed) to flag spoofed numbers.</a:t>
            </a:r>
            <a:br/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RBI Cyber Security Framework 2023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   Fulfills multi-factor risk authentication guidelines for high-value voice transactions.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731520" y="5943600"/>
            <a:ext cx="10728655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 Dhvani Rakshak — Securing Voice in the Age of Generative AI                     TEAM ID: CSE-SIH-52 · SIH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